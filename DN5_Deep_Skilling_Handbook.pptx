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28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B2A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E85D4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SKILLING HANDBOOK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Nurture 5.0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Engineering with React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31750">
            <a:solidFill>
              <a:srgbClr val="E85D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7-week, 16-module roadmap — Engineering Concepts through GenAI Fundamentals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A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Reference Deck  |  Dept. of CEA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constructs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10-12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self-paced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per week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9828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KBA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Approach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5196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learning via curated open-source reference links</a:t>
            </a:r>
            <a:endParaRPr lang="en-US" sz="12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916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14400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SME Connect sessions — 100% attendance mandatory</a:t>
            </a:r>
            <a:endParaRPr lang="en-US" sz="12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6636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5120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mapped to every skill, via public GitHub repo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Before You Begin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400800" y="42062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6" name="Text 21"/>
          <p:cNvSpPr/>
          <p:nvPr/>
        </p:nvSpPr>
        <p:spPr>
          <a:xfrm>
            <a:off x="6675120" y="437083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and SQL basics were covered in Upskilling.
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remain the core foundation for every language and framework that follows — revisit them before starting Module 1.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Four-Construct Framework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competency landscape breaks into these four layers — the program sequence follows this order deliberately.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377440" y="2194560"/>
            <a:ext cx="502920" cy="50292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596" y="229971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Concepts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" y="34564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beneath every language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069080"/>
            <a:ext cx="2240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2062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&amp; Principles  ·  Data Structures &amp; Algorithms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201168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2044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7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166360" y="2194560"/>
            <a:ext cx="502920" cy="50292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516" y="2299716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044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520440" y="34564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implementation tools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520440" y="4069080"/>
            <a:ext cx="2240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20440" y="42062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Advanced SQL / PL-SQL  ·  JUnit5 &amp; Mockito  ·  SLF4J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201168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30936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7955280" y="2194560"/>
            <a:ext cx="502920" cy="50292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436" y="229971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0936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309360" y="34564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different app types at scale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09360" y="4069080"/>
            <a:ext cx="2240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09360" y="42062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Core, Data JPA, REST, Microservices  ·  React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915400" y="201168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909828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5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Shape 27"/>
          <p:cNvSpPr/>
          <p:nvPr/>
        </p:nvSpPr>
        <p:spPr>
          <a:xfrm>
            <a:off x="10744200" y="2194560"/>
            <a:ext cx="502920" cy="50292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9356" y="2299716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09828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9098280" y="34564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ship, and scale reliably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098280" y="4069080"/>
            <a:ext cx="2240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098280" y="42062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CI/CD  ·  Docker  ·  Cloud Fundamentals  ·  GenAI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Concepts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 &amp; Principles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5B6B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SOLID principles (SRP, OCP, LSP, ISP, </a:t>
            </a: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Creational, Structural &amp; 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pattern for a given problem </a:t>
            </a: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Patterns (Singleton, Factory, Builder)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Patterns (Adapter, Decorator, Proxy)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Patterns (Observer, Strategy, Command)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Patterns (MVC, DI)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Concepts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Algorithms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5B6B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data structures based on problem requirements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searching &amp; sorting algorithms efficiently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algorithmic complexity to optimize performance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Algorithms (Time/Space Complexity)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(Bubble, Quick, Merge, Heap)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Linked Lists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Binary Search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Programming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3D70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database applications using PL/SQL constructs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error handling &amp; optimize retrieval with cursors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stored procedures, functions, packages &amp; triggers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Syntax, Variables &amp; Control Structures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Cursors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Procedures, Functions &amp; Packages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(BEFORE / AFTER / INSTEAD OF)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Test-Driven Development &amp; Logging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3D70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Red-Green-Refactor TDD cycle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JUnit5 tests and mock dependencies with Mockito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SLF4J and Lombok to reduce boilerplate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Cycle &amp; Unit Testing Fundamentals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JUnit5 (Assertions, Parameterized Tests, Suites)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(Mocking, Stubbing, Verification)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 Frameworks &amp; Tools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+ Lombok (@Slf4j, @Data, @Builder)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Core &amp; Maven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IoC and Dependency Injection in loosely coupled systems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Maven projects and manage dependencies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BeanFactory vs ApplicationContext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IoC Container &amp; Bean Configuration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(Constructor, Setter, Autowiring)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AOP (Aspects, Pointcuts, Advice)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&amp; ORM Overview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Introduction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week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JPA, Hibernate &amp; SonarQube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JPA entities and build Spring Data repositories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pagination, sorting, auditing &amp; projections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SonarQube scans and act on Quality Gate results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Mapping &amp; Spring Data Repositories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Query Methods &amp; Named Queries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Sorting &amp; Auditing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Hibernate-Specific Features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SonarQube: Architecture, Maven Integration, Code Smells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REST using Spring Boot 3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controllers and handle CRUD over HTTP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endpoints with Spring Security &amp; JWT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APIs with Swagger/OpenAPI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Controllers, DTOs &amp; Content Negotiation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&amp; HATEOAS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Actuator for Monitoring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JWT-Based Authentication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MockMvc  ·  Swagger Documentation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week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with Spring Boot 3 &amp; Spring Cloud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microservices vs monolithic architecture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service discovery, API Gateway &amp; circuit breakers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centralized auth with OAuth 2.1 / OIDC and JWT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Principles &amp; Design Patterns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(Eureka, Config, Gateway)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(Circuit Breaker, Retry)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 — OAuth2.1/OIDC, JWT, SSO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(Actuator, Prometheus, Grafana)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weeks*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0292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*React + Debugging share 2 weeks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Page Application Framework — React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SPA architecture and React's role within it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components using props, state &amp; JSX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REST APIs from React using Fetch / Axios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Components, Props &amp; JSX/ES6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Events &amp; Conditional Rendering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Keys &amp; Forms (Controlled Inputs)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APIs with Fetch / Axios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6" name="Text 20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Frameworks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above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Debugging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React apps using Chrome DevTools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breakpoints and inspect variables in VS Code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systematic techniques to resolve frontend issues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— DOM Inspection &amp; Breakpoints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Panel &amp; Source Maps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Debugger — Watches &amp; Variable Inspection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Through Code (Into / Over / Out)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week*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0292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*GIT + CI/CD + Docker share 1 week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— GIT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8C5B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version control concepts and Git as a DVCS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clone, push, branch &amp; fork operations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branching strategies and Git workflows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Components — Working Directory, Staging, Repo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Commands (init, clone, add, commit, log)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Branching, Merging &amp; Conflict Resolution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Repos, Forking &amp; Pull Requests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6" name="Text 20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above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and CI/CD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8C5B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DevOps goals and key practices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Continuous Integration vs Continuous Delivery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popular CI/CD tooling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Goals &amp; Key Practices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vs Continuous Delivery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Tools — Jenkins, GitHub Actions, GitLab CI, CircleCI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above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using Docker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8C5B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Docker concepts and core commands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Docker storage, networking &amp; Compose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container orchestration from plain Docker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Images, Containers &amp; Engine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Run, Storage &amp; Volumes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&amp; Networking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Concepts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wk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Methodology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8C5B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Agile values/principles vs Waterfall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Scrum roles, ceremonies &amp; artifacts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user stories using INVEST and Given-When-Then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Manifesto &amp; Scrum Framework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— Story Points &amp; Planning Poker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Planning, Velocity &amp; Burndown Charts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Acceptance Criteria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wk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Fundamentals (AWS)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8C5B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IaaS/PaaS/SaaS and deployment models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 instances and configure security groups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serverless flows with Lambda + API Gateway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AMIs, Security Groups &amp; Key Pairs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 Classes  ·  EBS Volumes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Subnets, Route Tables &amp; Load Balancers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&amp; DynamoDB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API Gateway (Serverless)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8C5B9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466344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2700">
            <a:solidFill>
              <a:srgbClr val="3345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GenAI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wk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611880" y="5029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Fundamentals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3611880" y="1298448"/>
            <a:ext cx="914400" cy="0"/>
          </a:xfrm>
          <a:prstGeom prst="line">
            <a:avLst/>
          </a:prstGeom>
          <a:noFill/>
          <a:ln w="38100">
            <a:solidFill>
              <a:srgbClr val="8C5B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generative vs traditional AI approaches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zero-shot, few-shot &amp; chain-of-thought prompting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880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834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Copilot responsibly, aware of its risks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03920" y="205740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Fundamentals &amp; Context Engineering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Techniques &amp; Ethics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Setup &amp; Core Features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Risk: Security, Licensing, Privacy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Foundations (intro)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118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11880" y="44805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1EE"/>
          </a:solidFill>
          <a:ln/>
        </p:spPr>
      </p:sp>
      <p:sp>
        <p:nvSpPr>
          <p:cNvPr id="25" name="Text 19"/>
          <p:cNvSpPr/>
          <p:nvPr/>
        </p:nvSpPr>
        <p:spPr>
          <a:xfrm>
            <a:off x="379476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hands-on exercises for this skill are in the public GitHub repo (Java FSE folder). Complete the required exercises before moving to the next module.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Completion Criteria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2128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mandatory hands-on exercises mapped against every skill, hosted on the public GitHub repository.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2128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KBA Assessment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Knowledge-Based Assessment covering all 16 modules to certify comprehensive understanding.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E85D4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2128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Connect Attendance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attendance is mandatory for bi-weekly SME Connect sessions and doubt clarification.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Practice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4864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editors: </a:t>
            </a:r>
            <a:r>
              <a:rPr lang="en-US" sz="12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Repl.it, OnlineGDB, Programiz — for quick testing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IDEs: </a:t>
            </a:r>
            <a:r>
              <a:rPr lang="en-US" sz="12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IntelliJ IDEA, Spring Tool Suite, Eclipse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|  Java FSE React  |  Deep Skilling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B2A4A">
              <a:alpha val="65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1887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65960" y="3703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completing all 16 modules across the 7-week journey, learners take the Knowledge-Based Assessment (KBA) — covering every skill from Design Patterns through GenAI Fundamentals.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Nurture 5.0  ·  Deep Skilling Handbook  ·  Java FSE React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2171</Words>
  <Application>Microsoft Office PowerPoint</Application>
  <PresentationFormat>Widescreen</PresentationFormat>
  <Paragraphs>399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Nurture 5.0 - Deep Skilling Handbook (Java FSE React)</dc:title>
  <dc:subject>PptxGenJS Presentation</dc:subject>
  <dc:creator>Faculty - Full Stack Development II</dc:creator>
  <cp:lastModifiedBy>sumedh manwatkar</cp:lastModifiedBy>
  <cp:revision>2</cp:revision>
  <dcterms:created xsi:type="dcterms:W3CDTF">2026-06-24T03:23:41Z</dcterms:created>
  <dcterms:modified xsi:type="dcterms:W3CDTF">2026-06-24T08:10:09Z</dcterms:modified>
</cp:coreProperties>
</file>